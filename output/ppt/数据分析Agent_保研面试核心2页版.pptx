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0483a3c5841d5" /><Relationship Type="http://schemas.openxmlformats.org/officeDocument/2006/relationships/extended-properties" Target="/docProps/app.xml" Id="R2e286a5f7af242eb" /><Relationship Type="http://schemas.openxmlformats.org/officeDocument/2006/relationships/officeDocument" Target="/ppt/presentation.xml" Id="R66540d1245a7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3c56a3153418a"/>
  </p:sldMasterIdLst>
  <p:notesMasterIdLst>
    <p:notesMasterId xmlns:r="http://schemas.openxmlformats.org/officeDocument/2006/relationships" r:id="R10a3f826cee8408d"/>
  </p:notesMasterIdLst>
  <p:sldIdLst>
    <p:sldId xmlns:r="http://schemas.openxmlformats.org/officeDocument/2006/relationships" id="256" r:id="R169d732f89654636"/>
    <p:sldId xmlns:r="http://schemas.openxmlformats.org/officeDocument/2006/relationships" id="257" r:id="Rcda2d5ed5f8944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d86e6e070b44cf" /><Relationship Type="http://schemas.openxmlformats.org/officeDocument/2006/relationships/slideMaster" Target="/ppt/slideMasters/slideMaster1.xml" Id="R2a73c56a3153418a" /><Relationship Type="http://schemas.openxmlformats.org/officeDocument/2006/relationships/notesMaster" Target="/ppt/notesMasters/notesMaster1.xml" Id="R10a3f826cee8408d" /><Relationship Type="http://schemas.openxmlformats.org/officeDocument/2006/relationships/presProps" Target="/ppt/presProps.xml" Id="R09fb5a66896d4518" /><Relationship Type="http://schemas.openxmlformats.org/officeDocument/2006/relationships/tableStyles" Target="/ppt/tableStyles.xml" Id="Rc92464cdb2214bd0" /><Relationship Type="http://schemas.openxmlformats.org/officeDocument/2006/relationships/slide" Target="/ppt/slides/slide1.xml" Id="R169d732f89654636" /><Relationship Type="http://schemas.openxmlformats.org/officeDocument/2006/relationships/slide" Target="/ppt/slides/slide2.xml" Id="Rcda2d5ed5f89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67dd583b2c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fe6e1da2384711" /><Relationship Type="http://schemas.openxmlformats.org/officeDocument/2006/relationships/notesMaster" Target="/ppt/notesMasters/notesMaster1.xml" Id="R0f7e5703d242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44a90b4b647ef" /><Relationship Type="http://schemas.openxmlformats.org/officeDocument/2006/relationships/notesMaster" Target="/ppt/notesMasters/notesMaster1.xml" Id="R60f8ad092e77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建议用两分二十秒讲这一页。开场十五秒：我做的是本地多表数据分析 Agent，重点不是让模型写 SQL，而是控制它何时、如何、在哪里执行。然后用二十秒讲四个问题：Schema 可能猜错、无关问题误调用、复杂统计不适合 SQL、动态代码不安全。接着沿流程图讲：文件先物化为 SQLite 并维护 Manifest 和关系；ScopeRouter 先判断是否进入分析；Planner 最多生成五步；运行时每一步只绑定白名单工具；简单聚合走只读 SQL，基础图表走固定工具，复杂统计才进入 Docker Python；最后工具结果压缩成 Artifact，再由模型解释。用底部核心原则收束。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建议用两分钟讲这一页。第一，受控规划：Scope 决定是否分析，Planner 最多五步，每一步重新 bind_tools，并按工具设置不同重试次数。第二，双执行引擎：SQL 负责确定性查询并使用多层只读保护；复杂分析把 SQL 结果转为 JSON，再进入禁网和限资源的 Docker，强调只是降低风险。第三，验证后学习：失败不会立即写入记忆，只有修正成功才保存经验，并附 Schema 指纹；Artifact 只保留摘要和预览。最后给出证据：三十一条确定性评测和六十九条单元测试通过，但主动说明这不是泛化准确率。用下一步研究问题结束，不要再加谢谢页。总时长约四分二十秒，余下时间留给老师提问。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6eb93b7ac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51305f6ba4b88" /><Relationship Type="http://schemas.openxmlformats.org/officeDocument/2006/relationships/slideLayout" Target="/ppt/slideLayouts/slideLayout1.xml" Id="R4d5c81e5e64e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c81e5e64e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d548a6c3248bd" /><Relationship Type="http://schemas.openxmlformats.org/officeDocument/2006/relationships/notesSlide" Target="/ppt/notesSlides/notesSlide1.xml" Id="Ra78894bb70d54d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8e167303d416f" /><Relationship Type="http://schemas.openxmlformats.org/officeDocument/2006/relationships/notesSlide" Target="/ppt/notesSlides/notesSlide2.xml" Id="R4f15680173d946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353F8-488E-4D47-8F7E-B6576334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C87CB-0366-44D2-BB06-D83E1253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核心不是让模型会写 SQL，而是让它安全地使用数据工具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490AB-BB80-48A3-89D6-FB3AA897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DE8D-67CD-4B9A-B604-5BEA8E5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37E0-8BD9-42AE-8256-0784763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0A193-EDDA-4ACE-AC7F-7D9367E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Schema 易猜错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EE32F-AC33-4700-9806-1102FBC4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A177A-1D13-4B9D-A24B-D5C53E03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无关问题误调用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6D497-50E0-471D-ABBA-31F1A932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F21D4-4750-43DD-A96F-C5AE9CF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复杂统计超出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C4BAB-9030-47D0-AD18-D3E52AA0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A173A-F7CD-4C50-BDEB-24482190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生成代码有风险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53BB8-E308-47ED-8C2B-9F5065EC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124C9-52EB-4A51-B9C5-C35B7EFB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CSV /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94105-8D95-4975-9DC2-A843AA1D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2381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SQLite + Manifest</a:t>
            </a:r>
          </a:p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真实 Schema + 多表关系</a:t>
            </a:r>
          </a:p>
        </p:txBody>
      </p: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4800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0597F-93BC-4D44-B633-0BF5B17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C98D8-D841-4AB4-B9DF-EC4CE53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52775"/>
            <a:ext cx="1428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CABC-4180-44EC-A788-8F90CEB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ScopeRouter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是否该分析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17236-634D-4FDD-9705-E67C3B6F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71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最多 5 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6BDB3-370A-4CAE-9499-F2940CC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333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Executor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每步只绑定白名单工具</a:t>
            </a:r>
          </a:p>
        </p:txBody>
      </p: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048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34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247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429125" y="2790825"/>
            <a:ext cx="285750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2A90A-1FC1-4F7F-B897-791458EC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56729-7186-4586-A534-FBEEE853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6858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E0FB6-F575-4E7D-9875-3EF9848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419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简单聚合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A00FF-8D41-4491-85E7-7CB4E14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95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只读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EF59FA-33F7-4C43-BF99-8201F83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9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基础图表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0B681-FCFB-4147-9F6A-07EDA910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固定分析工具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B8EDA-BDBB-42E3-A1F4-ADF8E09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2380C1-3F7B-43D5-AFB5-3CB8DD51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Docker Python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DFC7B-3DDA-4EE1-B95C-F509C33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C88F6E-24B0-41B3-BE4E-1EA06D7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62ADD8-84BF-45EE-B7CE-CDB47CA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33875"/>
            <a:ext cx="14287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摘要与图表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153762-F3D3-469B-B865-8812EFF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10075"/>
            <a:ext cx="1028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最终解释</a:t>
            </a:r>
          </a:p>
        </p:txBody>
      </p:sp>
      <p:cxnSp>
        <p:nvCxnSpPr>
          <p:cNvPr id="83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048250" y="3848100"/>
            <a:ext cx="4119563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2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477250" y="4714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0382250" y="4714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6BC4D7-68AA-46A9-9D6E-3B471A0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05450"/>
            <a:ext cx="101727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E948AA-E9A5-4C44-BCE9-BBEBDE3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05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2CB7E-7F04-4D13-8162-7783783A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先判断能不能做，再规划怎么做；每一步只开放必要能力，结果结构化后再交给模型解释。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CB7FA0-FB62-4B03-ABA3-0CC15E6C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AA4FA6-B885-45E0-B3AC-3268C8D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1016692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D34FF-3A54-48DD-BFE5-72C860F7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BF0F-063D-4D88-A2A1-7A99B4FB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三个机制把 Demo 变成可控、可解释、可评测的原型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DD4E0-55DD-4650-A2F2-9C4A4E4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41075-BB7C-47AF-AA69-C8064AA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36A32-DB21-4293-BEDB-F7B2B3D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6B32E-8A05-4906-A8A5-AC3FF60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 受控规划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87F02-20C9-403A-B0FF-1DF72B9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0F502-A353-4D0F-A681-4804830D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  双执行引擎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D0407-560C-4562-AABD-FF71CC3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7680-BBA9-48F7-ACFE-8DC29B3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  验证后学习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F2740-81F7-4F4D-A7CB-F8C0CCE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Scope 四分类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决定是否进入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10544-AEE2-4A8E-BF30-F99A5288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最多 5 步，按步 bind_tools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 重试 3 次，SQL / 图表 2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CD18B-E2C8-47CC-92D8-9E220968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收益：工具选择从自由生成</a:t>
            </a:r>
          </a:p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变为意图约束下的受控选择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0E96D-D4B6-4C08-8CD4-D8B263DB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SQL：只读 URI、query_only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authorizer、超时与行数限制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AB164-A27A-4EFC-8FD9-00EF5D0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Python：SQL 结果 → JSON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Docker 禁网、限资源、静态检查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39F24-17A9-41F2-B9E0-4C3B122F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边界：降低执行风险</a:t>
            </a:r>
          </a:p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不等于绝对安全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6E27A-EC2A-46FF-A948-B386CFAD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 失败后先反思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修正成功才写入 Dataset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E8809-92B6-4903-B476-EE2DC483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Schema 指纹控制失效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Artifact 只注入摘要和预览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C55EB-C121-48B7-9D96-5C8DF59D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避免重复犯错，也避免长结果</a:t>
            </a:r>
          </a:p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反复占用上下文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53605-5D3C-4DEF-9C48-AE0E372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4765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D9D7F-93A3-4E95-B238-3FFC9A3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31 /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9A231-C9EB-44DB-ABA5-07492C2F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确定性评测通过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02DDB-B375-46C4-9FAD-8FCB2CD3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1809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416F1-7E5E-4A74-828F-764B4BC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149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6E591-D2A7-49DB-8469-7776797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721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D78D2-4203-4E82-937D-46323B80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65722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A2F3D-F1DA-4234-B541-CBDBFC4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786FE-62C1-45C1-B6CF-376FE3A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扩大真实任务评测；比较不同路由与规划策略；通过消融实验验证失败记忆是否真正降低重复错误。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5D1C7-8612-4825-8C7C-F53FC38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02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31/31 是回归用例通过率，不是模型在真实任务中的 100% 准确率。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71686-6030-4BD7-A767-27ED0468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D8410-BE74-4C0F-8C2A-6F3E0878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1044505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2026-07-14T03:08:40.2400000Z</dcterms:created>
  <dcterms:modified xsi:type="dcterms:W3CDTF">2026-07-14T03:08:40.2400000Z</dcterms:modified>
</coreProperties>
</file>