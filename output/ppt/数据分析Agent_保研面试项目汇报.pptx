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bd45addf604619" /><Relationship Type="http://schemas.openxmlformats.org/officeDocument/2006/relationships/extended-properties" Target="/docProps/app.xml" Id="R7b60ab6a2d494ec7" /><Relationship Type="http://schemas.openxmlformats.org/officeDocument/2006/relationships/officeDocument" Target="/ppt/presentation.xml" Id="R170cdb125a37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7ae580f0eb45e6"/>
  </p:sldMasterIdLst>
  <p:notesMasterIdLst>
    <p:notesMasterId xmlns:r="http://schemas.openxmlformats.org/officeDocument/2006/relationships" r:id="R6d351ec11340498c"/>
  </p:notesMasterIdLst>
  <p:sldIdLst>
    <p:sldId xmlns:r="http://schemas.openxmlformats.org/officeDocument/2006/relationships" id="256" r:id="R655d2ec009904bba"/>
    <p:sldId xmlns:r="http://schemas.openxmlformats.org/officeDocument/2006/relationships" id="257" r:id="Rc08eaceb3d2e436a"/>
    <p:sldId xmlns:r="http://schemas.openxmlformats.org/officeDocument/2006/relationships" id="258" r:id="R2d6a013b552b4e0f"/>
    <p:sldId xmlns:r="http://schemas.openxmlformats.org/officeDocument/2006/relationships" id="259" r:id="R6c363b0bb2874159"/>
    <p:sldId xmlns:r="http://schemas.openxmlformats.org/officeDocument/2006/relationships" id="260" r:id="R78c03f2a73c0410d"/>
    <p:sldId xmlns:r="http://schemas.openxmlformats.org/officeDocument/2006/relationships" id="261" r:id="Rca62b0e317294de1"/>
    <p:sldId xmlns:r="http://schemas.openxmlformats.org/officeDocument/2006/relationships" id="262" r:id="R33685a13afb047dd"/>
    <p:sldId xmlns:r="http://schemas.openxmlformats.org/officeDocument/2006/relationships" id="263" r:id="R6e3e04ed94e84c5e"/>
    <p:sldId xmlns:r="http://schemas.openxmlformats.org/officeDocument/2006/relationships" id="264" r:id="R00c68ae887864b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1529166f2f49f7" /><Relationship Type="http://schemas.openxmlformats.org/officeDocument/2006/relationships/slideMaster" Target="/ppt/slideMasters/slideMaster1.xml" Id="R7a7ae580f0eb45e6" /><Relationship Type="http://schemas.openxmlformats.org/officeDocument/2006/relationships/notesMaster" Target="/ppt/notesMasters/notesMaster1.xml" Id="R6d351ec11340498c" /><Relationship Type="http://schemas.openxmlformats.org/officeDocument/2006/relationships/presProps" Target="/ppt/presProps.xml" Id="Rb23570c737814bda" /><Relationship Type="http://schemas.openxmlformats.org/officeDocument/2006/relationships/tableStyles" Target="/ppt/tableStyles.xml" Id="R4152f38bff974333" /><Relationship Type="http://schemas.openxmlformats.org/officeDocument/2006/relationships/slide" Target="/ppt/slides/slide1.xml" Id="R655d2ec009904bba" /><Relationship Type="http://schemas.openxmlformats.org/officeDocument/2006/relationships/slide" Target="/ppt/slides/slide2.xml" Id="Rc08eaceb3d2e436a" /><Relationship Type="http://schemas.openxmlformats.org/officeDocument/2006/relationships/slide" Target="/ppt/slides/slide3.xml" Id="R2d6a013b552b4e0f" /><Relationship Type="http://schemas.openxmlformats.org/officeDocument/2006/relationships/slide" Target="/ppt/slides/slide4.xml" Id="R6c363b0bb2874159" /><Relationship Type="http://schemas.openxmlformats.org/officeDocument/2006/relationships/slide" Target="/ppt/slides/slide5.xml" Id="R78c03f2a73c0410d" /><Relationship Type="http://schemas.openxmlformats.org/officeDocument/2006/relationships/slide" Target="/ppt/slides/slide6.xml" Id="Rca62b0e317294de1" /><Relationship Type="http://schemas.openxmlformats.org/officeDocument/2006/relationships/slide" Target="/ppt/slides/slide7.xml" Id="R33685a13afb047dd" /><Relationship Type="http://schemas.openxmlformats.org/officeDocument/2006/relationships/slide" Target="/ppt/slides/slide8.xml" Id="R6e3e04ed94e84c5e" /><Relationship Type="http://schemas.openxmlformats.org/officeDocument/2006/relationships/slide" Target="/ppt/slides/slide9.xml" Id="R00c68ae887864b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5835f12c02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0920add744889" /><Relationship Type="http://schemas.openxmlformats.org/officeDocument/2006/relationships/notesMaster" Target="/ppt/notesMasters/notesMaster1.xml" Id="R89941891446a43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4a1c205cf04a99" /><Relationship Type="http://schemas.openxmlformats.org/officeDocument/2006/relationships/notesMaster" Target="/ppt/notesMasters/notesMaster1.xml" Id="Re860e6388964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887bf228a3468c" /><Relationship Type="http://schemas.openxmlformats.org/officeDocument/2006/relationships/notesMaster" Target="/ppt/notesMasters/notesMaster1.xml" Id="R51d1c7be8716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a9ed2a25e74fc6" /><Relationship Type="http://schemas.openxmlformats.org/officeDocument/2006/relationships/notesMaster" Target="/ppt/notesMasters/notesMaster1.xml" Id="Rbb8064b99a1446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5580ddad024f23" /><Relationship Type="http://schemas.openxmlformats.org/officeDocument/2006/relationships/notesMaster" Target="/ppt/notesMasters/notesMaster1.xml" Id="R04ec7b44148c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3ef228c0b4afe" /><Relationship Type="http://schemas.openxmlformats.org/officeDocument/2006/relationships/notesMaster" Target="/ppt/notesMasters/notesMaster1.xml" Id="Ra8076966cb2942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53865af0804d9c" /><Relationship Type="http://schemas.openxmlformats.org/officeDocument/2006/relationships/notesMaster" Target="/ppt/notesMasters/notesMaster1.xml" Id="R6b6b6a796c0c45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ab571ab11d4647" /><Relationship Type="http://schemas.openxmlformats.org/officeDocument/2006/relationships/notesMaster" Target="/ppt/notesMasters/notesMaster1.xml" Id="R572e94102e9342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e349c6f85a4318" /><Relationship Type="http://schemas.openxmlformats.org/officeDocument/2006/relationships/notesMaster" Target="/ppt/notesMasters/notesMaster1.xml" Id="R0747d04a2bed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开场不要先报技术栈。先用一句话说明：我做的是一个本地多表数据分析智能体，重点解决大模型何时调用数据工具、如何限制工具权限，以及怎样安全执行模型生成的 SQL 和 Python。项目目标可以概括为安全可控、过程可解释、结果可评测。全程大约六到八分钟。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这一页讲项目动机。普通数据问答往往把自然语言直接交给模型写 SQL，但我在开发中发现四类问题：模型不知道真实表关系；无关问题也会强行分析当前数据；复杂统计不适合只用 SQL；动态 Python 代码又有安全风险。所以项目真正研究的不是 SQL 生成本身，而是如何把模型的自由生成约束成可验证流程。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这是整套系统最重要的一页。先看上方数据底座：上传文件后保留 raw，生成 processed，并物化成独立 SQLite，同时维护 Manifest、真实 Schema 和表关系。用户提问后，ScopeRouter 先判断是否应该使用当前数据集；只有 in_scope 才进入 Planner。Planner 生成结构化步骤，Step Executor 每一步重新绑定允许工具。简单聚合走只读 SQL，基础图表走固定工具，复杂统计才进入 Docker Python。工具结果被转成 Artifact，最后由模型总结。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这一页回答老师可能问的：模型从哪里知道表结构？我的做法不是每次把 CSV 临时读进 Pandas，而是把每个数据集物化成独立 SQLite。raw 永不修改，processed 保存当前版本，Manifest 记录字段、清洗和关系。表关系先用唯一率、字段名和值包含等规则发现候选，LLM 只能在候选集合里推荐，最后必须由用户确认并做完整性校验。这里要主动承认，业务语义不能由统计规则完全替代。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ScopeRouter 和 Planner 要区分开讲。ScopeRouter 决定是否进入数据分析；Planner 只处理确认相关的问题。Planner 输出结构化步骤，每步包含意图、目标、允许工具、首选工具、成功标准和重试上限。真正的控制发生在运行时：每一步重新 bind_tools，所以模型只能调用该步白名单工具。清洗还有额外确认闸门。这比在 system prompt 里写一句不要乱用工具更可靠。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安全层分为 SQL 和 Python。SQL 层同时做语法级、连接级和数据库授权级限制，不把正则当成唯一防线。Python 更开放，所以先把 SQL 结果导出为 JSON，再把 JSON 和脚本挂载进一次性 Docker 容器。容器禁网并限制资源，脚本还要通过 AST 静态检查。这里需要准确表述：这些机制是降低风险，不代表面对恶意公网用户时绝对安全；项目当前定位是本地单用户实验系统。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这一页是项目比较有研究味道的部分。SQL 失败后，系统先提取错误类型和重试提示，但不会马上写入长期记忆。只有后续一次调用真正成功，才把失败和成功差异提炼成经验，并附上 Schema 指纹。Schema 变化后旧经验不会继续生效。Artifact Store 解决另一个问题：工具完整结果可能很大，所以续聊只注入摘要、预览和图表 URL，而不是重复塞入完整 JSON、脚本和日志。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评测分成五组：Scope 八条、Planner 七条、Tool Routing 六条、SQL 五条、Python 五条，当前完整模式三十一条全部通过；今天重新运行单元测试是六十九条通过。这里必须强调，三十一条是确定性回归用例，不是说模型在所有问题上准确率百分之百。它证明关键策略和安全边界可以持续验证，但真实泛化还需要更大数据集、真实模型调用和人工标注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最后不要只说谢谢。总结三个已经完成的能力：安全可控、过程可解释、结果可评测。然后主动讲三个研究问题：SQL 与 Python 的混合规划能否从规则走向学习；失败记忆是否真的有效，需要怎样做消融；如何建立更接近真实用户任务的评测。最后用一句话收束：我关心的不是让 Agent 更自由，而是让它在明确边界内更可靠。说完停下来，等待老师提问。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e6f52de90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005d38b0642c4" /><Relationship Type="http://schemas.openxmlformats.org/officeDocument/2006/relationships/slideLayout" Target="/ppt/slideLayouts/slideLayout1.xml" Id="Rc08dfa79d8a043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8dfa79d8a043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342fbb0b8459b" /><Relationship Type="http://schemas.openxmlformats.org/officeDocument/2006/relationships/notesSlide" Target="/ppt/notesSlides/notesSlide1.xml" Id="Rce57834b6ef7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787babf4c485a" /><Relationship Type="http://schemas.openxmlformats.org/officeDocument/2006/relationships/notesSlide" Target="/ppt/notesSlides/notesSlide2.xml" Id="R788ec4a617b44c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bcc873e7e44d2" /><Relationship Type="http://schemas.openxmlformats.org/officeDocument/2006/relationships/notesSlide" Target="/ppt/notesSlides/notesSlide3.xml" Id="Rac62d44e119a4d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1264d44674770" /><Relationship Type="http://schemas.openxmlformats.org/officeDocument/2006/relationships/notesSlide" Target="/ppt/notesSlides/notesSlide4.xml" Id="Rd3f930c6ff0244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c4fcfc914b07" /><Relationship Type="http://schemas.openxmlformats.org/officeDocument/2006/relationships/notesSlide" Target="/ppt/notesSlides/notesSlide5.xml" Id="R5b380b479aaf43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aa5e3a4d14261" /><Relationship Type="http://schemas.openxmlformats.org/officeDocument/2006/relationships/notesSlide" Target="/ppt/notesSlides/notesSlide6.xml" Id="R23fa1dc8afb843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513f3c49f44f0" /><Relationship Type="http://schemas.openxmlformats.org/officeDocument/2006/relationships/notesSlide" Target="/ppt/notesSlides/notesSlide7.xml" Id="Racf885ef794c44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f646a8c5746bd" /><Relationship Type="http://schemas.openxmlformats.org/officeDocument/2006/relationships/chart" Target="/ppt/slides/charts/chart1.xml" Id="R4d1ee75bdd704f82" /><Relationship Type="http://schemas.openxmlformats.org/officeDocument/2006/relationships/notesSlide" Target="/ppt/notesSlides/notesSlide8.xml" Id="R8804350f531a48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a8d8444714e84" /><Relationship Type="http://schemas.openxmlformats.org/officeDocument/2006/relationships/notesSlide" Target="/ppt/notesSlides/notesSlide9.xml" Id="Rc8d6603206644e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通过用例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Scope</c:v>
              </c:pt>
              <c:pt idx="1">
                <c:v>Planner</c:v>
              </c:pt>
              <c:pt idx="2">
                <c:v>Tool routing</c:v>
              </c:pt>
              <c:pt idx="3">
                <c:v>SQL</c:v>
              </c:pt>
              <c:pt idx="4">
                <c:v>Python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6</c:v>
              </c:pt>
              <c:pt idx="3">
                <c:v>5</c:v>
              </c:pt>
              <c:pt idx="4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D9252-70EE-4CA6-8F23-317B19CB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BCDD3-F9CA-4027-BAA0-89103306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B6BE9-EEDC-4294-8665-29C8AB07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7429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让大模型安全地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分析本地多表数据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887A6-764E-41BC-8444-FBBD2E60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21693-6DEF-49F7-94D5-80A4DB0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结构化规划  ×  SQL / Python 双执行引擎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3B5EC-0AAC-4A97-B16A-A1A1FE5F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3143250" cy="3333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7B702-F62A-421A-9BF0-8C8B669D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E57CA-A43A-42F0-86E8-7AEF3B6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3CCAE-97B1-4519-B766-C7A923A0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765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8DD98-383C-4555-B308-FAFADF6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6D9C2-DAD8-48D5-9214-D075C8F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1924A-7D7F-46F0-A933-DCA79D9F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0769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FastAPI · LangChain · SQLite · Pandas · Docker</a:t>
            </a:r>
          </a:p>
        </p:txBody>
      </p:sp>
    </p:spTree>
    <p:extLst>
      <p:ext uri="{BB962C8B-B14F-4D97-AF65-F5344CB8AC3E}">
        <p14:creationId xmlns:p14="http://schemas.microsoft.com/office/powerpoint/2010/main" val="67069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9D5A2-5DA1-4554-931E-219AB80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C42B1-9466-42B1-882B-9025872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难点不是生成 SQL，而是让 Agent 受控地使用工具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EA0BC-9F76-46F6-ABD6-8AB4983B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2CC38-A427-41EB-A2AF-8971560A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0BF6E-C136-4FEF-B705-8DA6129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普通链路：用户问题 → 大模型 → SQL → 数据库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17CF5-9100-4D53-B14E-888DB36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764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一旦问题、Schema 或执行环境不符合预期，错误会被一路放大。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FC76C-BEB2-4600-9723-7256E6C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40067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9DD4A-C9E2-48C5-B3C7-CE7C07E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A686D-5C61-40A0-A25D-8D68885B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不了解多表关系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F8102-61BC-4857-B8A7-AA5D7D5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表名、字段和主外键容易被猜错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BC461-455A-48B1-84BC-321AFD4A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33650"/>
            <a:ext cx="540067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4B926-8F0E-4FCC-B0A8-0ABB0EEB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43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7D39A-C9AC-41A9-8BCD-6D8E9A72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24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无关问题也调用数据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77D3D-EB27-4C22-A80A-F12782A5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1718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例如用电商订单回答股市预测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73BE5-612C-41AD-9696-6DB1C36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540067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29EA9-31B8-48A7-B0DA-32269653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AA2E7-C712-449D-B45D-421951A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 表达能力有限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585B4-6BAE-469F-BD73-58142DCF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聚类、时序和复杂统计需要 Python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DBC04-7404-4D87-87EE-E7A76642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38625"/>
            <a:ext cx="540067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FB678-DD42-462E-89BA-04065CDF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48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B4D89-48B4-44E1-9AB7-E640020B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29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生成代码不可直接信任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9F9C3-9BAD-4423-875E-D74ADE0B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76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可能误读文件、联网或耗尽资源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EAA88-50B8-4B62-AF7D-6B65DD4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20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设计问题：如何把模型的自由生成，约束为可验证的执行流程？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03FAB-16AC-4C7D-B4B0-C30CEAC4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D8893-9406-4337-8BF2-3DC421F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2094878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FB397-9589-4263-BEC4-A88F3C3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512EC-A37F-4069-9867-FD97FBF6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系统把数据底座、控制面和执行面连成一个闭环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FD039-3914-4C60-8979-98323310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30A12-E094-48F2-BF8D-901D307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9B275-91AC-48C8-895F-D8698E0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A9615-4D8D-4F35-8D6F-66CCD9FA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09700"/>
            <a:ext cx="13811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CSV / Excel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5A0B3-4CA0-41C7-961C-40522CB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1619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raw / processed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31399-0C22-4415-B81A-44D6235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323975"/>
            <a:ext cx="2095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SQLite + Manifest</a:t>
            </a:r>
          </a:p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Schema + 关系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0375" y="16859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91100" y="16859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C253-5BD4-4E63-A0F6-F8AE63C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E8AD8-775F-41AB-A9B7-58D5EE7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3482B-2835-4A60-8C54-0854FFEA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19350"/>
            <a:ext cx="16192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ScopeRouter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是否进入分析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58387-FBE7-4525-8F5F-AB88AF9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19350"/>
            <a:ext cx="16192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最多 5 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A2D5E-1C0A-4E90-82FC-2ECE2BF0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19350"/>
            <a:ext cx="18097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Executor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按步绑定工具</a:t>
            </a:r>
          </a:p>
        </p:txBody>
      </p: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00375" y="28003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91100" y="28003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81825" y="28003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532AB-981E-4E2A-AF31-F2CCADF4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A54C5-73F6-45C2-8B77-CDD4F0E5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63817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C96E0-FE21-4098-8E70-D9E7DCE6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按步骤选择 / 组合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8B710-E97B-4ED6-8D29-6B8F6662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只读 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C5AFC-CD7E-493E-B52E-6F5112ED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基础分析 / 图表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1693D-7033-4675-B276-26BD8570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Docker Python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82EF8-FEE3-41EF-B9D6-C98FFEA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42EB8-F45B-4187-843E-E7315870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1480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A6FC3-B931-4929-A119-675B5C43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1480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42750-99C9-4BBC-A3A0-7B30C345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1476375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摘要与产物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510CB-001E-4155-8058-12700196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2905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Synthesizer</a:t>
            </a:r>
          </a:p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最终解释</a:t>
            </a:r>
          </a:p>
        </p:txBody>
      </p:sp>
      <p:cxnSp>
        <p:nvCxnSpPr>
          <p:cNvPr id="68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4810125" y="3181350"/>
            <a:ext cx="344805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001000" y="4210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810750" y="4210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803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181475" y="2047875"/>
            <a:ext cx="2228850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F907BA-4CCD-4738-8286-179AADA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9667875" cy="866775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F3CA76-58F1-417F-B7CC-CC6639B9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DC1AC1-E703-43B2-ABBB-C9F2FAA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48275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先判断能不能做，再规划怎么做；每一步只开放必要能力；执行结果先结构化，再交给模型解释。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C72FE-6610-4290-8387-F8381124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AA3ACD-3D51-43DF-8F87-3A03475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824596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B9B2FE-5247-4DBC-8DDF-86AD547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2D1BE-7B94-4662-8DD6-8097E0EB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先把文件变成可信的数据集，Agent 才有可靠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538B1-4E85-4A56-85DD-0A5FB28E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2B0B0-BF4B-43E4-B767-5DFED4DC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35D2F-874B-43C5-84BE-A78B5C2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物化链路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69EAD-6A6F-4B79-8DF2-CE5D718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raw/</a:t>
            </a:r>
          </a:p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原始文件永不修改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41A94-E59F-4838-B61A-923EAD7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processed/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当前可分析版本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C7E4E-E46E-4085-889A-E89C244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7645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dataset.sqlite3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每个数据集独立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91100" y="25146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85AD3-1682-475C-95F5-CE812D14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708660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05938-5CB5-4D8D-8EE4-14B8779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Manifest 负责记录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B5050-E69F-47BB-9460-416E07C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1D8C6-41C8-43A9-9824-0B28818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字段与类型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ADA99-187B-4281-A7A2-006E2571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2886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列名、缺失率、样例和统计信息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998F4-AE87-4458-B948-017B3FF4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C9C4D-B85F-4463-9D98-035EE586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26B3-60FD-43AE-B94C-E2ED11C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95775"/>
            <a:ext cx="2886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清洗历史、索引与关系配置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54BD8-956A-450A-9811-88087D3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27E84-515F-4A9C-8385-B06D8BD0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可复现结构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95919-AB5A-4285-9517-27C39A8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schema.sql、indexes.sql 与 SQLite PRAGMA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28FAC-B8C1-4C86-ADF5-6C00264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多表关系不交给模型拍脑袋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3DAA0-6DA4-4ACB-9F5C-7DFDA03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908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确定性候选发现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FAFDD-0C14-433F-90F2-9C8098B9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1908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LLM 在候选集合中推荐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4CD03-76DA-4EF0-A253-4C45CF1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31908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用户确认业务语义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EBBD9-DC44-4AFB-8D87-3EAB2F06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31908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完整性校验并重建 SQLite</a:t>
            </a:r>
          </a:p>
        </p:txBody>
      </p:sp>
      <p:cxnSp>
        <p:nvCxnSpPr>
          <p:cNvPr id="59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615488" y="26289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615488" y="34671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9615488" y="43053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803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5C6DA-33DA-4282-A64C-B1E0287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292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边界：候选发现能降低幻觉，但不能替代领域知识。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3FB20-52E2-4106-B0C3-0ABA3BBC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93F67C-29AD-43C4-80CE-68576FBB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3758918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4C079-F45A-4F8C-8486-8B81719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0C27D-1777-4EBD-BEC6-7C0CE11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Planner 不只拆任务，还决定每一步能看到什么工具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0FE5-CA33-4C9D-A628-2218595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B296A-DEA9-41E9-8207-2C04E706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F6D7B-8847-4964-BCC8-6B46F654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239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1EA16-4F69-4ACF-9CD6-B479587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示例：画出月度销售趋势，并检测异常月份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01455-620E-4E02-9D6E-8801575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5811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ScopeRouter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in_scope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5D6DB-964B-43DE-BC80-AA54317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2095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STEP 1  query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query_data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retry =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FB39A-2D50-4B6E-9D70-DA52E2B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095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STEP 2  chart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generate_chart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retry =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4860D-890B-4EEA-AD2F-9EB339E9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2095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STEP 3  advanced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python_analysis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retry = 3</a:t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81200" y="2905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14850" y="2905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91350" y="2905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90E8A-5C84-41D0-8AE2-8D5788C7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766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每个步骤重新 bind_tools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41870-895D-464A-93AB-C6411F5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481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模型在 STEP 1 看不到 Python，在 STEP 3 也不需要看到清洗工具。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3C4E6-0984-46B2-9C25-DE7DF5C4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466850"/>
            <a:ext cx="1724025" cy="400050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F1EA9-00F4-4B8D-A4B8-B1D1CF4F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52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39900-8858-464A-AEA6-403685F7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最多 5 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45909-4651-4C4C-B23C-CC3701C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86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6 类意图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888A1-F9B2-427C-AC12-1D4E616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48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按工具重试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90097-F16A-40B3-AAD9-BC059AA7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10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清洗需确认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75F3D-5522-4A13-B755-DB7B4A15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72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越界不规划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A9D6B-9EA2-40A8-B56D-886ACAA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90678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340A3-2D4E-4B1D-96A4-8784F2EE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设计收益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801FF-CF7D-4ABE-B4D0-66FA5EF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工具选择从“完全自由生成”变成“意图约束下的受控选择”。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30BFA-1804-4366-996E-B63C925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2E22C-D271-4FEE-99C0-0843B231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57019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A02ECF-EC79-438F-87AB-B2851BC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98F5A-3B5F-4FB9-A749-624453B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能力越开放，安全边界越要下沉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8957D-E5D1-4AA3-A0A4-DAAE8BF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8AC07-10B1-4955-9D94-07F1ED4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2752B-CA72-4808-BF5B-1EC12F5E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确定性查询：SQLService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CEA4A-6E32-4922-838F-F5E69528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复杂分析：PythonSandboxService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F9AA6-F4E9-49CF-85EC-6751DE89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143500" cy="3209925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5CC84-15D8-47A4-A24B-27FC89D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B638E-8210-4AC5-8956-34694E55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574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只允许单条 SELECT /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3C61F-7983-418B-A0DF-775E2BF8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0AB47-D293-422A-AFBB-D0D3DCAA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SQLite 只读 URI + query_only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4649E-446F-4B69-BA08-EE65FE5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6A912-6C97-49B5-B368-51A2C7A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authorizer 拦截危险操作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75544-E71C-44F2-8CD0-18CA425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C1C7B-CA3C-4496-9CE0-0F1A7A45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超时中断 + 最大返回行数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EE837-C047-40BA-A349-7D307223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209925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18EB4-D0FE-4085-9CB0-B69F1361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53545-3841-4425-A3A6-E6BE91A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574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AST 静态检查：禁 socket / requests / subprocess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AC21C-7CBB-4C56-A6A6-EEB3CEF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24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F066C-37F9-4CE5-8B9B-9E97E043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Docker 禁网，根文件系统与输入只读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2048E-1A1F-471F-A15E-F1D7F1C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4AEF4-52B6-4662-8D04-49A8084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9567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CPU / 内存 / PID / 超时限制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13F93-EC25-4948-B9D2-2D8A4AAD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62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9FE72-9ADA-4EA2-A6FD-273A4D7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result.json、日志与图片体积限制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CED8C-7731-426E-9AA5-9B87127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112014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C7CB9-875A-4982-AC01-F6CB60DD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分层策略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3582C-E7EB-4F96-9592-09E8B517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简单聚合 → SQL　｜　基础图表 → 固定工具　｜　复杂统计 → Docker 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326D3-E027-4BF8-902D-F14F316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15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降低风险 ≠ 绝对安全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A00A2-E9B8-4057-9647-3881DFB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71A04-2E14-4F19-B5E8-BC9E35E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1741797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8B015-409A-4139-88A7-89A75AEF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EE1A2-A5B7-4073-B055-F23445D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失败经验只有被成功修复验证后，才会进入记忆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30955-B43C-4EF5-B99E-7580A703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9EE18-0C02-4F09-8860-70BC12B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26E72-628D-45FF-8AFF-847F2AC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Dataset Failure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1F1D4-E1B1-4E5B-A9C6-6ABA950D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7621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SQL 失败</a:t>
            </a:r>
          </a:p>
          <a:p xmlns:a="http://schemas.openxmlformats.org/drawingml/2006/main">
            <a:pPr algn="ctr">
              <a:defRPr sz="13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no such column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8E63-B0FE-4BC8-B755-67DF0252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20955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提取反思</a:t>
            </a:r>
          </a:p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错误类型 + retry hint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75922-9B02-48D9-8BED-A8C0413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71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修正后成功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C7D95-3AC2-4DE0-A7B3-D64041E0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20955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写入数据集记忆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附 Schema 指纹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62175" y="25431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2413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67250" y="25431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667250" y="2933700"/>
            <a:ext cx="1295400" cy="1095375"/>
          </a:xfrm>
          <a:prstGeom xmlns:a="http://schemas.openxmlformats.org/drawingml/2006/main" prst="bentConnector5">
            <a:avLst>
              <a:gd name="adj1" fmla="val 0"/>
              <a:gd name="adj2" fmla="val 20870"/>
              <a:gd name="adj3" fmla="val 82353"/>
            </a:avLst>
          </a:prstGeom>
          <a:ln xmlns:a="http://schemas.openxmlformats.org/drawingml/2006/main" w="19050">
            <a:solidFill>
              <a:srgbClr val="15803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619500" y="30099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A52F6-57E0-457A-8A55-22E52B0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641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下一次同数据集、同 Schema、相关工具调用时，最多注入 5 条经验。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1A581-0E04-475D-8A80-6FDC901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为什么不在失败时立即记？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92A56-BD98-4597-BF6C-E3072392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292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因为未被成功修复验证的“经验”也可能是错的。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C7C01-9438-4899-A3F4-02C38A7B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04950"/>
            <a:ext cx="4210050" cy="4219575"/>
          </a:xfrm>
          <a:prstGeom xmlns:a="http://schemas.openxmlformats.org/drawingml/2006/main" prst="roundRect">
            <a:avLst>
              <a:gd name="adj" fmla="val 135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59017-E277-4FAB-A12C-1B158E24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Artifact 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323A8-C654-4BD2-AEE6-71731DC8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完整工具结果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CFE73-CEA7-4CCB-97F3-043B40D8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长 JSON · Python 代码 · stdout/stderr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25FF5-9246-48E5-9686-3274869B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↓ 结构化压缩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29CEA-E5B1-43EE-892A-62973B4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摘要 + 预览 + 图表 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F4165-0C0F-4733-B182-038EF530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910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续聊只注入事实索引，避免大结果反复占用上下文。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F9FD9-73CC-4317-BBAB-0877D14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记忆解决“别再犯同类错”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Artifact 解决“别把全部历史再塞一遍”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CB728-7746-42E3-A448-09A359F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D8B55-F4A9-4D61-B15D-F8F6FD5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294350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625A3-5107-4A09-9B34-2093F5D0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C11FB-7881-4A40-93AE-92C6C2B1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评测覆盖关键控制点，但不把回归通过率包装成模型准确率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A1529-5459-461F-B8DC-D4419641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4FFBF-CB33-40FD-A347-529784B8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33EE3-23C0-454D-8658-D4ECDA1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6670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6886B-3F9A-4872-9583-3AA95595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31 / 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1F780-2CBD-4800-95BF-CFE39073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确定性评测通过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2B586-F6EC-4B6D-B9F3-3D84B60A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6670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3AFA1-2E75-4890-9078-648103B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B8093-2D76-4831-9532-8791CE66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476625" y="1666875"/>
          <a:ext xmlns:a="http://schemas.openxmlformats.org/drawingml/2006/main" cx="4333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1ee75bdd704f82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751F1-85B7-4676-AADE-2A071F74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90900" cy="3648075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AD40B-47C5-487F-89BA-B2AF5B8D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它证明了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58A17-E6D0-439C-9541-5CD08CF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路由、策略与安全规则可回归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SQL / Docker 核心链路可执行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迭代后能快速发现行为退化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F2382-D1C9-4491-9BFC-03AC3BA8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它还没有证明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CE2EC-4D7D-45DC-AE7B-5294232D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× 真实用户任务准确率达到 100%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× 面对未知数据集已经充分泛化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57585-D8C6-4574-94A1-CC84F79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578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评测日期：2026-07-14｜pytest 69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2F8A9-DBAF-4A02-8EB0-F99E1B6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陈俊宇｜个人项目｜2026.06–2026.07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A9007-87ED-4D3A-9D9F-8E1062E0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1073428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84C7D-B84D-4A78-9B41-35EE6A7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F6812-7E2D-441E-94E6-61B2FC0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它已经是可运行原型，也留下了可以继续研究的问题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25927-8C5A-4652-ADC2-22A55376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C6F0A-3575-4373-BF68-C963D93B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17D4F-9941-408C-99AC-D00E9FC3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我完成了什么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FC58-B206-46E7-BBA5-7D8C4FAE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32D2B-D941-4917-8C97-93C83F66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安全可控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40111-DF70-4092-8BAE-EFEB74B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Scope、工具白名单、SQL 只读与 Docker 隔离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AD1E8-41C6-46D0-BA88-4B6A165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1B07C-ED6B-4A2B-8038-BB282AB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过程可解释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36149-6915-4615-8AC3-AFF485DB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计划、步骤、工具参数、耗时和 Artifact 可追踪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DF0E-57F2-415A-9F28-106BAB1E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1BECA-EF1A-416C-9E9A-2091EA15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结果可评测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6183C-B878-4BCC-A03F-8C804DD7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4743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把 Agent 拆成可独立回归的关键控制点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0A763-EB84-4C10-948E-BC174FB9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下一步研究什么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7C3BB-E224-4026-8659-BE86458D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3A62F-6A72-42F7-9035-4736EA49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混合执行计划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B1719-0376-4EBA-8350-877D3078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9825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何时用 SQL、固定工具或 Python，能否自动学习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70C57-290C-4A22-9C93-5884134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C24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1E6CB-E406-4780-99AB-EC8A4AE8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失败经验有效性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B1FDC-563F-45C4-A82F-FAE23329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0425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记忆是否真正降低重复错误，如何做消融实验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EA41B-CDE1-4D69-BE3C-0E345883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12F7B-797C-41A4-B2D1-DA33A56D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更真实的 Agent 评测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323CD-A454-4725-ACB5-0C27FAF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91025"/>
            <a:ext cx="491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扩充数据集、任务难度、模型对比与人工评价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291FA-83BC-4069-8942-EC63181B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201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25241-6C05-449E-AD9B-69966481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我想研究的不是如何让 Agent 更自由，而是如何让它在明确边界内更可靠。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CD9CF-FE0C-494F-A6AF-C70F66F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陈俊宇｜Data Analyse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F1EBB-377A-4E3B-8504-97BA895B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保研面试项目汇报</a:t>
            </a:r>
          </a:p>
        </p:txBody>
      </p:sp>
    </p:spTree>
    <p:extLst>
      <p:ext uri="{BB962C8B-B14F-4D97-AF65-F5344CB8AC3E}">
        <p14:creationId xmlns:p14="http://schemas.microsoft.com/office/powerpoint/2010/main" val="1951893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2026-07-14T02:59:52.1610000Z</dcterms:created>
  <dcterms:modified xsi:type="dcterms:W3CDTF">2026-07-14T02:59:52.1610000Z</dcterms:modified>
</coreProperties>
</file>