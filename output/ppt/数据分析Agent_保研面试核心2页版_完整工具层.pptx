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28591b951844a8" /><Relationship Type="http://schemas.openxmlformats.org/officeDocument/2006/relationships/extended-properties" Target="/docProps/app.xml" Id="R6520ee28c89d42af" /><Relationship Type="http://schemas.openxmlformats.org/officeDocument/2006/relationships/officeDocument" Target="/ppt/presentation.xml" Id="Rd9315fca7ca446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ab6a1b446b4558"/>
  </p:sldMasterIdLst>
  <p:notesMasterIdLst>
    <p:notesMasterId xmlns:r="http://schemas.openxmlformats.org/officeDocument/2006/relationships" r:id="R5b2c75b86efd4216"/>
  </p:notesMasterIdLst>
  <p:sldIdLst>
    <p:sldId xmlns:r="http://schemas.openxmlformats.org/officeDocument/2006/relationships" id="256" r:id="R0a40dcee5f26449e"/>
    <p:sldId xmlns:r="http://schemas.openxmlformats.org/officeDocument/2006/relationships" id="257" r:id="Refd2b2d76e4043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5a22254ff5405c" /><Relationship Type="http://schemas.openxmlformats.org/officeDocument/2006/relationships/slideMaster" Target="/ppt/slideMasters/slideMaster1.xml" Id="R0aab6a1b446b4558" /><Relationship Type="http://schemas.openxmlformats.org/officeDocument/2006/relationships/notesMaster" Target="/ppt/notesMasters/notesMaster1.xml" Id="R5b2c75b86efd4216" /><Relationship Type="http://schemas.openxmlformats.org/officeDocument/2006/relationships/presProps" Target="/ppt/presProps.xml" Id="R82635ba6439f44a2" /><Relationship Type="http://schemas.openxmlformats.org/officeDocument/2006/relationships/tableStyles" Target="/ppt/tableStyles.xml" Id="R45564f0c993d4bb2" /><Relationship Type="http://schemas.openxmlformats.org/officeDocument/2006/relationships/slide" Target="/ppt/slides/slide1.xml" Id="R0a40dcee5f26449e" /><Relationship Type="http://schemas.openxmlformats.org/officeDocument/2006/relationships/slide" Target="/ppt/slides/slide2.xml" Id="Refd2b2d76e4043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1664936cb94b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35618014744170" /><Relationship Type="http://schemas.openxmlformats.org/officeDocument/2006/relationships/notesMaster" Target="/ppt/notesMasters/notesMaster1.xml" Id="Rb16c05f7d95a4a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c13523e1cc4e4e" /><Relationship Type="http://schemas.openxmlformats.org/officeDocument/2006/relationships/notesMaster" Target="/ppt/notesMasters/notesMaster1.xml" Id="R9ec8c190d4ac4c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建议用两分三十秒讲这一页。开场十五秒：我做的是本地多表数据分析 Agent，重点不是让模型写 SQL，而是控制它何时、如何、在哪里执行。然后用二十秒讲四个问题：Schema 可能猜错、无关问题误调用、复杂统计不适合 SQL、动态代码不安全。接着沿流程图讲：文件先物化为 SQLite 并维护 Manifest 和关系；ScopeRouter 先判断是否进入分析；Planner 最多生成五步；运行时每一步只绑定白名单工具。执行层分四组：查询走只读 SQL；质量分析和基础图表走固定工具；清洗只允许建议、确认执行和恢复等预定义操作；聚类、时序等复杂统计进入 Docker Python。工具返回后先做结构化成功或失败判断；失败进入 Reflection，提取错误归因和 retry hint，按策略修正后重试；成功才生成 Artifact 并进入最终解释。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建议用一分五十秒讲这一页。第一，受控规划：Scope 决定是否分析，Planner 最多五步，每一步重新 bind_tools，并按工具设置不同重试次数。第二，双执行引擎：SQL 负责确定性查询并使用多层只读保护；复杂分析把 SQL 结果转为 JSON，再进入禁网和限资源的 Docker，强调只是降低风险。第三，Reflection 与记忆：工具失败后先提取错误归因和 retry hint，驱动本轮修正重试；失败本身不会直接写入长期记忆，只有后续成功才保存经验，并附 Schema 指纹。Artifact 只保留摘要和预览。最后给出三十一条确定性评测和六十九条单元测试，但说明这不是泛化准确率。总时长约四分二十秒，余下时间留给老师提问。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802d1a24b4b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5f6d6764774835" /><Relationship Type="http://schemas.openxmlformats.org/officeDocument/2006/relationships/slideLayout" Target="/ppt/slideLayouts/slideLayout1.xml" Id="R04a477b6a3be4c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477b6a3be4c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6dfa459994255" /><Relationship Type="http://schemas.openxmlformats.org/officeDocument/2006/relationships/notesSlide" Target="/ppt/notesSlides/notesSlide1.xml" Id="R96479374d7674b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7c261573c4279" /><Relationship Type="http://schemas.openxmlformats.org/officeDocument/2006/relationships/notesSlide" Target="/ppt/notesSlides/notesSlide2.xml" Id="Rff595d6e5c5744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37E4C-A89F-4FEB-97F4-AC64A2F0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 · 陈俊宇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6354E-1455-4F42-8511-76E72030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核心不是让模型会写 SQL，而是让它安全地使用数据工具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21581-407E-4E0A-AC06-B5C82877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4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B7D13-EE46-418B-8ED0-7EFB809B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F9B85-D79A-4093-AC2A-C735B79E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154E0-6E6A-4290-B256-EF163E0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Schema 易猜错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AE2D9-F55A-4F27-9959-8B478F1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77D59-3142-40A0-B638-8E6E997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无关问题误调用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04D20-2E1D-479C-88DB-2AFFDB1F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BAC8C-DDB5-4747-B672-B4850745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复杂统计超出 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20908-A7E5-417D-88F1-83A9C37D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38275"/>
            <a:ext cx="2571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7C2A9-A512-435E-B2EF-0B052C50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00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生成代码有风险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183E2-3574-4949-8C19-48ABD3F1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5BF90-7B41-410B-A445-B647967C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1428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CSV / Excel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6FA59-46EF-4892-A826-28E38523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66925"/>
            <a:ext cx="2381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SQLite + Manifest</a:t>
            </a:r>
          </a:p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真实 Schema + 多表关系</a:t>
            </a:r>
          </a:p>
        </p:txBody>
      </p:sp>
      <p:cxnSp>
        <p:nvCxnSpPr>
          <p:cNvPr id="6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048000" y="2428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5B784-AD4F-44B9-8340-F8CD9735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控制面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3EEA3-3AA6-4D47-BCB2-F7F41DC3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52775"/>
            <a:ext cx="1428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7D160-25E2-4E2D-9584-A0782DE4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809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ScopeRouter</a:t>
            </a:r>
          </a:p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是否该分析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EF394-2783-4303-B06F-1BE992E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1714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最多 5 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AC330-97A1-480D-962B-FC4E0C5C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23336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Step Executor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每步只绑定白名单工具</a:t>
            </a:r>
          </a:p>
        </p:txBody>
      </p:sp>
      <p:cxnSp>
        <p:nvCxnSpPr>
          <p:cNvPr id="7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04800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33400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52475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429125" y="2790825"/>
            <a:ext cx="285750" cy="276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E41E7-6D45-42B3-BD5C-923E1319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执行面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FE39B-7268-4EA2-A467-F5838B54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5810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DD5417-DFE7-4949-B2C9-64AEA907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DEEEC-C9E6-47C1-A039-B78DAE70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只读 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9A87A2-BAB6-45E8-B12B-8ECE08F5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196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质量 / 图表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40EE00-3173-4DCA-9DB2-0286258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95825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固定分析工具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4E2389-A10A-4C32-8032-BE41FD33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数据清洗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8A3EAB-EBE3-4153-9E98-ADEB11AC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95825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建议·确认·恢复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2674E7-9A07-42E3-A4E3-E6B56BC9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19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复杂统计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95C05D-4B94-4586-B34A-5AA08F37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958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Docker Python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CC1875-7C32-47B9-822C-EEC1102A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196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69"/>
          </a:solidFill>
          <a:ln xmlns:a="http://schemas.openxmlformats.org/drawingml/2006/main" w="0">
            <a:solidFill>
              <a:srgbClr val="E7C66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F4F000-5762-48A8-B240-9748C6C8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196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69"/>
          </a:solidFill>
          <a:ln xmlns:a="http://schemas.openxmlformats.org/drawingml/2006/main" w="0">
            <a:solidFill>
              <a:srgbClr val="E7C66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D22DD7-9805-4841-8D3D-3DE7939A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196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669"/>
          </a:solidFill>
          <a:ln xmlns:a="http://schemas.openxmlformats.org/drawingml/2006/main" w="0">
            <a:solidFill>
              <a:srgbClr val="E7C66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0302F0-6843-44C3-8B91-C5018F94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0075"/>
            <a:ext cx="1143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结果判断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A9276D-8C15-4C70-8BE1-6219FE6A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33875"/>
            <a:ext cx="18859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Artifact</a:t>
            </a:r>
          </a:p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摘要 → 最终解释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4A620E-4D22-4793-A766-38894BE9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81625"/>
            <a:ext cx="2571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Reflection：错误归因 + retry hint</a:t>
            </a:r>
          </a:p>
          <a:p xmlns:a="http://schemas.openxmlformats.org/drawingml/2006/main">
            <a:pPr algn="ctr">
              <a:def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按策略修正并重试</a:t>
            </a:r>
          </a:p>
        </p:txBody>
      </p:sp>
      <p:cxnSp>
        <p:nvCxnSpPr>
          <p:cNvPr id="93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4524375" y="3848100"/>
            <a:ext cx="4643438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27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7429500" y="4714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953500" y="4714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803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39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8382000" y="5019675"/>
            <a:ext cx="6191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2413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41" idx="1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H="1" flipV="1">
            <a:off x="4524375" y="5153025"/>
            <a:ext cx="3190875" cy="5048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C2413B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136326-142D-4350-87D2-A2F4DEEA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成功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3D2AAA-DAA5-4485-B79F-CFD9313F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435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C72F0A-8D89-46F9-9E3A-CBFE1334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53150"/>
            <a:ext cx="1017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核心原则：先判断能不能做，再规划怎么做；失败先反思并修正，成功结果结构化后再进入总结。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7DCC7-0D62-4F02-A9FE-FA0C794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个人项目｜FastAPI · LangChain · SQLite · Pandas · Docker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6DE2D4-CED5-4048-B972-F18BDEF5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保研面试核心版</a:t>
            </a:r>
          </a:p>
        </p:txBody>
      </p:sp>
    </p:spTree>
    <p:extLst>
      <p:ext uri="{BB962C8B-B14F-4D97-AF65-F5344CB8AC3E}">
        <p14:creationId xmlns:p14="http://schemas.microsoft.com/office/powerpoint/2010/main" val="290671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246B2-1345-47D2-9BE5-049716AA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DATA ANALYSE AGENT · 陈俊宇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4100C-AFE1-41DA-9E0F-31DD4FAA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三个机制把 Demo 变成可控、可解释、可评测的原型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20E08-5BF7-4A65-9983-57353CA1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4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6FC1B-99A2-4451-A52C-366BFE2B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E8B9F-7A1E-4FDD-8F46-285D31B5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33909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8CD5D-61EA-41AB-B539-4B818570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  受控规划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B3962-D4DD-4EB4-8F9C-D12D962E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04950"/>
            <a:ext cx="33909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AB897-97D1-4C0C-BB0F-B27D07A3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90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02  双执行引擎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CF82E-390F-4EF8-BF96-89FD4CD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04950"/>
            <a:ext cx="33909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300AF-208B-4DF4-950F-A549583A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90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  Reflection 与记忆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8A7AD-043C-411A-A309-6B2AFE5A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Scope 四分类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决定是否进入 Planner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AAFF3-9470-4EE5-90B7-71B02481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895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最多 5 步，按步 bind_tools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6 类意图映射不同工具组</a:t>
            </a:r>
          </a:p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Python 3 次；SQL / 图表 2 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96F06-A561-4DBA-B791-B91EA189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收益：工具选择从自由生成</a:t>
            </a:r>
          </a:p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变为意图约束下的受控选择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326BD-2C16-4390-B2B1-29907164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SQL：只读 URI、query_only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authorizer、超时与行数限制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9F0BF-570A-49D3-82F1-F80CFEE5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575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Python：SQL 结果 → JSON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Docker 禁网、限资源、静态检查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3E8DB-8A98-4319-A8D2-0C903437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433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边界：降低执行风险</a:t>
            </a:r>
          </a:p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不等于绝对安全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4F11A-A50D-4631-93E9-5EEE6AC9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工具失败 → Reflection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错误归因 + retry hint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BFD50-BD48-4F85-A57C-3C769E6F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修正成功才写入 Dataset Memory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Schema 指纹控制记忆失效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A35A3-E857-463C-AE92-88D4FB5E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433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避免重复犯错，也避免长结果</a:t>
            </a:r>
          </a:p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反复占用上下文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8F055-6980-47B4-9EEC-3309B956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24765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F75D7-DD4B-478E-B7C2-91A861A8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31 / 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59632C-D6C8-45ED-8879-4ADB44D7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确定性评测通过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FE9D7B-46FB-4DB8-B3D0-9A5C2AE5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43500"/>
            <a:ext cx="1809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AB513-5FED-4522-96F9-7E00E428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149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49FA0-D8D8-4108-BCF7-0826B730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721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单元测试通过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12804-D261-402C-B3D7-3238390F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65722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solidFill>
              <a:srgbClr val="F3F4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30D3DA-8BA2-4C5E-B30C-6E56775B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314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228663-2E74-4331-B6A6-4B8FB8D5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67325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扩大真实任务评测；比较不同路由与规划策略；通过消融实验验证失败记忆是否真正降低重复错误。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CF134A-F1FF-4D0B-97C8-A54BCB30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102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31/31 是回归用例通过率，不是模型在真实任务中的 100% 准确率。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49C8BD-AFE2-49D9-AD61-EFFFFAFA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个人项目｜FastAPI · LangChain · SQLite · Pandas · Docker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F1349-141A-4553-BFF2-BE19FCB2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96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保研面试核心版</a:t>
            </a:r>
          </a:p>
        </p:txBody>
      </p:sp>
    </p:spTree>
    <p:extLst>
      <p:ext uri="{BB962C8B-B14F-4D97-AF65-F5344CB8AC3E}">
        <p14:creationId xmlns:p14="http://schemas.microsoft.com/office/powerpoint/2010/main" val="581602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2026-07-14T03:25:20.5970000Z</dcterms:created>
  <dcterms:modified xsi:type="dcterms:W3CDTF">2026-07-14T03:25:20.5980000Z</dcterms:modified>
</coreProperties>
</file>